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Inter"/>
      <p:regular r:id="rId25"/>
      <p:bold r:id="rId26"/>
      <p:italic r:id="rId27"/>
      <p:boldItalic r:id="rId28"/>
    </p:embeddedFont>
    <p:embeddedFont>
      <p:font typeface="Inter ExtraBold"/>
      <p:bold r:id="rId29"/>
      <p:boldItalic r:id="rId30"/>
    </p:embeddedFont>
    <p:embeddedFont>
      <p:font typeface="Inter Medium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Extra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Medium-regular.fntdata"/><Relationship Id="rId30" Type="http://schemas.openxmlformats.org/officeDocument/2006/relationships/font" Target="fonts/InterExtraBold-boldItalic.fntdata"/><Relationship Id="rId11" Type="http://schemas.openxmlformats.org/officeDocument/2006/relationships/slide" Target="slides/slide6.xml"/><Relationship Id="rId33" Type="http://schemas.openxmlformats.org/officeDocument/2006/relationships/font" Target="fonts/InterMedium-italic.fntdata"/><Relationship Id="rId10" Type="http://schemas.openxmlformats.org/officeDocument/2006/relationships/slide" Target="slides/slide5.xml"/><Relationship Id="rId32" Type="http://schemas.openxmlformats.org/officeDocument/2006/relationships/font" Target="fonts/InterMedium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InterMedium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e7cf68d7d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6e7cf68d7d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e7cf68d7d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e7cf68d7d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b3a07c21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b3a07c21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6e7cf68d7d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6e7cf68d7d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b3a07c21e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b3a07c21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e7cf68d7d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e7cf68d7d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6e7cf68d7d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6e7cf68d7d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b3a07c21e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b3a07c21e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b3a07c21e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eb3a07c21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b3a07c21e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eb3a07c21e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b3a07c21e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b3a07c21e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b3a07c21e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b3a07c21e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b3a07c21e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b3a07c21e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b3a07c21e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eb3a07c21e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b3a07c21e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eb3a07c21e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b3a07c21e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eb3a07c21e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b3a07c21e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eb3a07c21e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eb3a07c21e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eb3a07c21e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6e7cf68d7d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6e7cf68d7d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(4 people)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2F1EE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openweatherapp.or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miro.com/app/board/uXjVHNMvshI=/?share_link_id=336461797309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8F60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8"/>
          <p:cNvSpPr txBox="1"/>
          <p:nvPr>
            <p:ph idx="4294967295" type="ctrTitle"/>
          </p:nvPr>
        </p:nvSpPr>
        <p:spPr>
          <a:xfrm>
            <a:off x="64008" y="638300"/>
            <a:ext cx="8520600" cy="2938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Automation of Weather-Based Sales and Staffing Decisions</a:t>
            </a:r>
            <a:endParaRPr sz="58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Kunal Gaurav</a:t>
            </a:r>
            <a:endParaRPr sz="6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83" name="Google Shape;8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8"/>
          <p:cNvSpPr txBox="1"/>
          <p:nvPr>
            <p:ph idx="4294967295" type="subTitle"/>
          </p:nvPr>
        </p:nvSpPr>
        <p:spPr>
          <a:xfrm>
            <a:off x="152400" y="4600950"/>
            <a:ext cx="86868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2A2A2A"/>
                </a:solidFill>
                <a:latin typeface="Inter Medium"/>
                <a:ea typeface="Inter Medium"/>
                <a:cs typeface="Inter Medium"/>
                <a:sym typeface="Inter Medium"/>
              </a:rPr>
              <a:t>AI Automation | Project 5</a:t>
            </a:r>
            <a:endParaRPr sz="1200">
              <a:solidFill>
                <a:srgbClr val="2A2A2A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9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Problem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0" name="Google Shape;90;p29"/>
          <p:cNvSpPr txBox="1"/>
          <p:nvPr>
            <p:ph idx="1" type="subTitle"/>
          </p:nvPr>
        </p:nvSpPr>
        <p:spPr>
          <a:xfrm>
            <a:off x="139800" y="1272950"/>
            <a:ext cx="8520600" cy="36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Inter"/>
              <a:buChar char="●"/>
            </a:pPr>
            <a:r>
              <a:rPr lang="en" sz="19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Weather in Miami, FL can be unpredictable and can change quickly.</a:t>
            </a:r>
            <a:endParaRPr sz="19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Inter"/>
              <a:buChar char="●"/>
            </a:pPr>
            <a:r>
              <a:rPr lang="en" sz="19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The manager of a coffee and ice cream Kiosk situated at the coast has to account for the weather for the Kiosk’s daily operations.</a:t>
            </a:r>
            <a:endParaRPr sz="19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Inter"/>
              <a:buChar char="●"/>
            </a:pPr>
            <a:r>
              <a:rPr lang="en" sz="19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Her job is to manually check the weather, then decide the product mix and staffing levels based on the weather.</a:t>
            </a:r>
            <a:endParaRPr sz="19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Inter"/>
              <a:buChar char="●"/>
            </a:pPr>
            <a:r>
              <a:rPr lang="en" sz="19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This manual human operation takes a lot of time, is </a:t>
            </a:r>
            <a:r>
              <a:rPr lang="en" sz="19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prone to errors and can delay daily operations</a:t>
            </a:r>
            <a:endParaRPr sz="19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29"/>
          <p:cNvSpPr txBox="1"/>
          <p:nvPr/>
        </p:nvSpPr>
        <p:spPr>
          <a:xfrm>
            <a:off x="247175" y="1331300"/>
            <a:ext cx="437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9900"/>
              </a:highlight>
            </a:endParaRPr>
          </a:p>
        </p:txBody>
      </p:sp>
      <p:sp>
        <p:nvSpPr>
          <p:cNvPr id="92" name="Google Shape;92;p29"/>
          <p:cNvSpPr txBox="1"/>
          <p:nvPr/>
        </p:nvSpPr>
        <p:spPr>
          <a:xfrm>
            <a:off x="4699300" y="4826600"/>
            <a:ext cx="446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9"/>
          <p:cNvSpPr txBox="1"/>
          <p:nvPr/>
        </p:nvSpPr>
        <p:spPr>
          <a:xfrm>
            <a:off x="1941250" y="2132175"/>
            <a:ext cx="611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0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Solution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9" name="Google Shape;99;p30"/>
          <p:cNvSpPr txBox="1"/>
          <p:nvPr>
            <p:ph idx="1" type="subTitle"/>
          </p:nvPr>
        </p:nvSpPr>
        <p:spPr>
          <a:xfrm>
            <a:off x="139800" y="2298300"/>
            <a:ext cx="85206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The solution to the issue is to implement an AI Automated </a:t>
            </a:r>
            <a:r>
              <a:rPr lang="en" sz="18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workflow</a:t>
            </a:r>
            <a:r>
              <a:rPr lang="en" sz="18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that :</a:t>
            </a:r>
            <a:endParaRPr sz="18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Fetches the daily Miami </a:t>
            </a:r>
            <a:r>
              <a:rPr lang="en" sz="18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forecast at 7 am. in the morning using a weather app API from </a:t>
            </a:r>
            <a:r>
              <a:rPr lang="en" sz="18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Openweatherapp.org</a:t>
            </a:r>
            <a:endParaRPr sz="18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This API returns the weather information in the form of  JSON data containing details like Temperature and the General weather conditions</a:t>
            </a:r>
            <a:endParaRPr sz="18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Use Google Gemini AI to read the JSON data and generate content</a:t>
            </a:r>
            <a:endParaRPr sz="18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Google Gemini AI decides the Product mix depending on the weather</a:t>
            </a:r>
            <a:endParaRPr sz="18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It suggests Staffing levels for that day</a:t>
            </a:r>
            <a:endParaRPr sz="18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It generates 2 marketing slogans for the Kiosk for that day</a:t>
            </a:r>
            <a:endParaRPr sz="18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Google Shape;100;p30"/>
          <p:cNvSpPr txBox="1"/>
          <p:nvPr/>
        </p:nvSpPr>
        <p:spPr>
          <a:xfrm>
            <a:off x="247175" y="1331300"/>
            <a:ext cx="437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9900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1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Workflow diagram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106" name="Google Shape;106;p31" title="Workflow_improv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77775"/>
            <a:ext cx="8726400" cy="3613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2"/>
          <p:cNvSpPr txBox="1"/>
          <p:nvPr>
            <p:ph type="ctrTitle"/>
          </p:nvPr>
        </p:nvSpPr>
        <p:spPr>
          <a:xfrm>
            <a:off x="96875" y="28372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Workflow in action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2" name="Google Shape;112;p32"/>
          <p:cNvSpPr/>
          <p:nvPr/>
        </p:nvSpPr>
        <p:spPr>
          <a:xfrm>
            <a:off x="228600" y="1225375"/>
            <a:ext cx="8686800" cy="3689400"/>
          </a:xfrm>
          <a:prstGeom prst="roundRect">
            <a:avLst>
              <a:gd fmla="val 563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Link to the flowchart: </a:t>
            </a:r>
            <a:r>
              <a:rPr lang="en" sz="18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https://miro.com/app/board/uXjVHNMvshI=/?share_link_id=336461797309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●"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Zapier flow starts with a schedule trigger for 7 am in the morning every day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●"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Webhook module gets the 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weather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information using the API from OpenWeatherapp.org . The Openweather API call is this: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https://api.openweathermap.org/data/2.5/weather?q=Miami,FL,US&amp;units=imperial&amp;appid=MY_API_KEY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3"/>
          <p:cNvSpPr txBox="1"/>
          <p:nvPr>
            <p:ph type="ctrTitle"/>
          </p:nvPr>
        </p:nvSpPr>
        <p:spPr>
          <a:xfrm>
            <a:off x="96875" y="28372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Workflow in action(contd.)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8" name="Google Shape;118;p33"/>
          <p:cNvSpPr/>
          <p:nvPr/>
        </p:nvSpPr>
        <p:spPr>
          <a:xfrm>
            <a:off x="228600" y="1225375"/>
            <a:ext cx="8686800" cy="3689400"/>
          </a:xfrm>
          <a:prstGeom prst="roundRect">
            <a:avLst>
              <a:gd fmla="val 563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JSON content returned from the webhook is analyzed by the Google Gemini AI block.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Here is the prompt used to enable the module to generate </a:t>
            </a: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information</a:t>
            </a: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for the kiosk manager: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You are helping a retail kiosk manager plan daily operations based on the weather. Here are the details of the business:</a:t>
            </a:r>
            <a:endParaRPr b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Kiosk: Bayside Brews &amp; Scoops</a:t>
            </a:r>
            <a:endParaRPr b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Location: Miami, FL</a:t>
            </a:r>
            <a:endParaRPr b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Weather: Main Temp °F, Description</a:t>
            </a:r>
            <a:endParaRPr b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4"/>
          <p:cNvSpPr txBox="1"/>
          <p:nvPr>
            <p:ph type="ctrTitle"/>
          </p:nvPr>
        </p:nvSpPr>
        <p:spPr>
          <a:xfrm>
            <a:off x="2471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Workflow</a:t>
            </a: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in action(contd.)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24" name="Google Shape;124;p34"/>
          <p:cNvSpPr txBox="1"/>
          <p:nvPr/>
        </p:nvSpPr>
        <p:spPr>
          <a:xfrm>
            <a:off x="247175" y="1299475"/>
            <a:ext cx="8716500" cy="3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Baseline products: hot drinks, cold drinks, gelato, and pastries.</a:t>
            </a:r>
            <a:endParaRPr b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Look at the weather conditions from the below values of the weather and based on that generate the below things:</a:t>
            </a:r>
            <a:endParaRPr b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1. Decide the product mix recommendation(hot drinks, cold drinks, gelato, pastries)</a:t>
            </a:r>
            <a:endParaRPr b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2. A Staffing suggestion (add staff for good weather, reduce staff for bad weather, or no change)</a:t>
            </a:r>
            <a:endParaRPr b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3. Generate 2 short promotional message under 120 characters each.</a:t>
            </a:r>
            <a:endParaRPr b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9900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5"/>
          <p:cNvSpPr txBox="1"/>
          <p:nvPr>
            <p:ph type="ctrTitle"/>
          </p:nvPr>
        </p:nvSpPr>
        <p:spPr>
          <a:xfrm>
            <a:off x="2471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Workflow in action(contd.)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30" name="Google Shape;130;p35"/>
          <p:cNvSpPr txBox="1"/>
          <p:nvPr/>
        </p:nvSpPr>
        <p:spPr>
          <a:xfrm>
            <a:off x="247175" y="1299475"/>
            <a:ext cx="8716500" cy="42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data </a:t>
            </a:r>
            <a:r>
              <a:rPr lang="en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output</a:t>
            </a:r>
            <a:r>
              <a:rPr lang="en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from the AI block is converted from Markup format into HTML by using a “Formatter by Zapier” block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Workflow is now </a:t>
            </a:r>
            <a:r>
              <a:rPr lang="en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divided into 2 paths.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n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first path checks if the Temperature is less than 91° F and that there is no “storm” or “rain” in the weather description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n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If the above condition is met, an email is sent out to the Kiosk manager with all the analysis and suggestions generated by the AI block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n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second path checks if the Temperature is greater than 91° F or if the weather description contains “storm” or “rain”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n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If the above description is met then a Weather advisory warning email is sent to the Kiosk manager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6"/>
          <p:cNvSpPr txBox="1"/>
          <p:nvPr/>
        </p:nvSpPr>
        <p:spPr>
          <a:xfrm>
            <a:off x="997150" y="265200"/>
            <a:ext cx="611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Snapshot of the Schedule Trigger Module</a:t>
            </a:r>
            <a:endParaRPr b="1"/>
          </a:p>
        </p:txBody>
      </p:sp>
      <p:pic>
        <p:nvPicPr>
          <p:cNvPr id="136" name="Google Shape;136;p36" title="Schedule Trigg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17800"/>
            <a:ext cx="4476610" cy="417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7"/>
          <p:cNvSpPr txBox="1"/>
          <p:nvPr/>
        </p:nvSpPr>
        <p:spPr>
          <a:xfrm>
            <a:off x="328850" y="233375"/>
            <a:ext cx="843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Snapshot of the Webhook by Zapier Module</a:t>
            </a:r>
            <a:endParaRPr b="1"/>
          </a:p>
        </p:txBody>
      </p:sp>
      <p:pic>
        <p:nvPicPr>
          <p:cNvPr id="142" name="Google Shape;142;p37" title="Webhoo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85975"/>
            <a:ext cx="3915286" cy="420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8"/>
          <p:cNvSpPr txBox="1"/>
          <p:nvPr/>
        </p:nvSpPr>
        <p:spPr>
          <a:xfrm>
            <a:off x="424325" y="180325"/>
            <a:ext cx="818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Snapshot of the Google Gemini AI module</a:t>
            </a:r>
            <a:endParaRPr b="1"/>
          </a:p>
        </p:txBody>
      </p:sp>
      <p:pic>
        <p:nvPicPr>
          <p:cNvPr id="148" name="Google Shape;148;p38" title="Google Gemini Promp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32925"/>
            <a:ext cx="4452612" cy="425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9"/>
          <p:cNvSpPr txBox="1"/>
          <p:nvPr/>
        </p:nvSpPr>
        <p:spPr>
          <a:xfrm>
            <a:off x="201550" y="297025"/>
            <a:ext cx="814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Screenshot of Formatter by Zapier module</a:t>
            </a:r>
            <a:endParaRPr b="1"/>
          </a:p>
        </p:txBody>
      </p:sp>
      <p:pic>
        <p:nvPicPr>
          <p:cNvPr id="154" name="Google Shape;154;p39" title="Formatt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49625"/>
            <a:ext cx="3752763" cy="4141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0"/>
          <p:cNvSpPr txBox="1"/>
          <p:nvPr/>
        </p:nvSpPr>
        <p:spPr>
          <a:xfrm>
            <a:off x="137900" y="519775"/>
            <a:ext cx="891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Screenshot of Path A that sends the email with AI block generated content</a:t>
            </a:r>
            <a:endParaRPr b="1"/>
          </a:p>
        </p:txBody>
      </p:sp>
      <p:pic>
        <p:nvPicPr>
          <p:cNvPr id="160" name="Google Shape;160;p40" title="Path 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72375"/>
            <a:ext cx="4530604" cy="391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1"/>
          <p:cNvSpPr txBox="1"/>
          <p:nvPr/>
        </p:nvSpPr>
        <p:spPr>
          <a:xfrm>
            <a:off x="2015500" y="572825"/>
            <a:ext cx="611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1"/>
          <p:cNvSpPr txBox="1"/>
          <p:nvPr/>
        </p:nvSpPr>
        <p:spPr>
          <a:xfrm>
            <a:off x="254600" y="297025"/>
            <a:ext cx="859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(Optional) Screenshot of Path B that sends the weather warning email </a:t>
            </a:r>
            <a:endParaRPr b="1"/>
          </a:p>
        </p:txBody>
      </p:sp>
      <p:pic>
        <p:nvPicPr>
          <p:cNvPr id="167" name="Google Shape;167;p41" title="Path 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25425"/>
            <a:ext cx="4242604" cy="3865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2"/>
          <p:cNvSpPr txBox="1"/>
          <p:nvPr/>
        </p:nvSpPr>
        <p:spPr>
          <a:xfrm>
            <a:off x="137900" y="265200"/>
            <a:ext cx="826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Screenshot of Gmail block with data from Gemini AI  for the kiosk manager</a:t>
            </a:r>
            <a:endParaRPr b="1"/>
          </a:p>
        </p:txBody>
      </p:sp>
      <p:pic>
        <p:nvPicPr>
          <p:cNvPr id="173" name="Google Shape;173;p42" title="UI Emai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17800"/>
            <a:ext cx="5069348" cy="417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3"/>
          <p:cNvSpPr txBox="1"/>
          <p:nvPr/>
        </p:nvSpPr>
        <p:spPr>
          <a:xfrm>
            <a:off x="137900" y="169725"/>
            <a:ext cx="841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(Optional) Screenshot of GMail weather warning sent to the Kiosk manager</a:t>
            </a:r>
            <a:endParaRPr b="1"/>
          </a:p>
        </p:txBody>
      </p:sp>
      <p:pic>
        <p:nvPicPr>
          <p:cNvPr id="179" name="Google Shape;179;p43" title="Warning Emai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2325"/>
            <a:ext cx="4555269" cy="4268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4"/>
          <p:cNvSpPr txBox="1"/>
          <p:nvPr/>
        </p:nvSpPr>
        <p:spPr>
          <a:xfrm>
            <a:off x="95475" y="148500"/>
            <a:ext cx="8072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Screenshot of Actual Email with Google Gemini AI generated data received by the Kiosk manager</a:t>
            </a:r>
            <a:endParaRPr b="1"/>
          </a:p>
        </p:txBody>
      </p:sp>
      <p:pic>
        <p:nvPicPr>
          <p:cNvPr id="185" name="Google Shape;185;p44" title="AI Emai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16500"/>
            <a:ext cx="6206903" cy="407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5"/>
          <p:cNvSpPr txBox="1"/>
          <p:nvPr/>
        </p:nvSpPr>
        <p:spPr>
          <a:xfrm>
            <a:off x="116675" y="127300"/>
            <a:ext cx="792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(Optional) Screenshot of Weather Warning email received by </a:t>
            </a:r>
            <a:r>
              <a:rPr b="1" lang="en"/>
              <a:t>the</a:t>
            </a:r>
            <a:r>
              <a:rPr b="1" lang="en"/>
              <a:t> Kiosk Manager </a:t>
            </a:r>
            <a:endParaRPr b="1"/>
          </a:p>
        </p:txBody>
      </p:sp>
      <p:pic>
        <p:nvPicPr>
          <p:cNvPr id="191" name="Google Shape;191;p45" title="Real Warning emai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79900"/>
            <a:ext cx="8839201" cy="3462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46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Challenges &amp; improvements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98" name="Google Shape;198;p46"/>
          <p:cNvSpPr txBox="1"/>
          <p:nvPr/>
        </p:nvSpPr>
        <p:spPr>
          <a:xfrm>
            <a:off x="228600" y="1209300"/>
            <a:ext cx="85971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Challenge: </a:t>
            </a:r>
            <a:r>
              <a:rPr lang="en"/>
              <a:t>The Google Gemini AI block that was used to generate content for the </a:t>
            </a:r>
            <a:r>
              <a:rPr lang="en"/>
              <a:t>kiosk</a:t>
            </a:r>
            <a:r>
              <a:rPr lang="en"/>
              <a:t> manager was sometimes overloading and not giving the desired output when tested. The rest of the modules were functioning fine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Improvements:</a:t>
            </a:r>
            <a:r>
              <a:rPr lang="en"/>
              <a:t> If there was more time, I would have </a:t>
            </a:r>
            <a:r>
              <a:rPr lang="en"/>
              <a:t>added</a:t>
            </a:r>
            <a:r>
              <a:rPr lang="en"/>
              <a:t> more logic for events like severe </a:t>
            </a:r>
            <a:r>
              <a:rPr lang="en"/>
              <a:t>thunderstorms</a:t>
            </a:r>
            <a:r>
              <a:rPr lang="en"/>
              <a:t>. I could have also learnt more about HTML formatting so that more descriptive and better looking emails could be sent out by the Gmail module.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